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7D2FE"/>
                </a:solidFill>
              </a:defRPr>
            </a:pPr>
            <a:r>
              <a:t>OpenWork Fork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</a:defRPr>
            </a:pPr>
            <a:r>
              <a:t>Tich hop AionUi — Cowork ca nhan voi File Preview + Skills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Hackathon: AI Cowork / Personal AI Agent / Productivity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Nhan · 11/07/2026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931920"/>
            <a:ext cx="2743200" cy="3657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Van de &amp; Co hoi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</a:defRPr>
            </a:pPr>
            <a:r>
              <a:t>Van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OpenWork: engine OpenCode manh, nhung UI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thieu preview file Office (PPTX, DOCX, PDF)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Pain point: Moi file .pptx / .docx / .pdf phai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mo app ngoai, mat flow lam viec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~30 phut/ngay chuyen doi giua cac app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= 500 gio/thang cho enterprise 1000 nguoi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11480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EE7B7"/>
                </a:solidFill>
              </a:defRPr>
            </a:pPr>
            <a:r>
              <a:t>Co 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AionUi: co preview + 21 assistants + 30+ LLM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nhung engine dev tools yeu hon OpenCode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Giai phap: Fork OpenWork, port tinh nang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tu AionUi co chon loc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Giu engine manh + them UX dep = ca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Muc tieu du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OpenWork co day du tinh nang user-friendly cua AionUi ma van giu engine OpenCode manh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3657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7D2FE"/>
                </a:solidFill>
              </a:defRPr>
            </a:pPr>
            <a:r>
              <a:t>📄  File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Xem moi format ngay trong app</a:t>
            </a:r>
            <a:br/>
            <a:r>
              <a:t>PPT / Word / PDF / Excel / Code / MD / Diff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474720" cy="3657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7D2FE"/>
                </a:solidFill>
              </a:defRPr>
            </a:pPr>
            <a:r>
              <a:t>🧠  Research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Skill agents cho doc tai lieu,</a:t>
            </a:r>
            <a:br/>
            <a:r>
              <a:t>tom tat, tong hop kien thuc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286000"/>
            <a:ext cx="3474720" cy="3657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7D2FE"/>
                </a:solidFill>
              </a:defRPr>
            </a:pPr>
            <a:r>
              <a:t>⚡ 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Cron tasks, file management,</a:t>
            </a:r>
            <a:br/>
            <a:r>
              <a:t>remote access, scheduled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Dinh huong kien truc</a:t>
            </a:r>
          </a:p>
        </p:txBody>
      </p:sp>
      <p:pic>
        <p:nvPicPr>
          <p:cNvPr id="4" name="Picture 3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 sanh kien truc: OpenWork vs AionUi</a:t>
            </a:r>
          </a:p>
        </p:txBody>
      </p:sp>
      <p:pic>
        <p:nvPicPr>
          <p:cNvPr id="4" name="Picture 3" descr="02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Vi sao chon Fork OpenWork + Port tu AionUi</a:t>
            </a:r>
          </a:p>
        </p:txBody>
      </p:sp>
      <p:pic>
        <p:nvPicPr>
          <p:cNvPr id="4" name="Picture 3" descr="03-fork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Hackathon 48h — Pham vi &amp; Timeline</a:t>
            </a:r>
          </a:p>
        </p:txBody>
      </p:sp>
      <p:pic>
        <p:nvPicPr>
          <p:cNvPr id="4" name="Picture 3" descr="06-hackathon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80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E7B7"/>
                </a:solidFill>
              </a:defRPr>
            </a:pPr>
            <a:r>
              <a:t>Deliverables: App chay duoc (Electron + OpenCode) | 2 file preview (PPTX, DOCX) | 1 skill research-assistant | GitHub public | Slide demo 5 phut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Lo trinh phat trien v1.0</a:t>
            </a:r>
          </a:p>
        </p:txBody>
      </p:sp>
      <p:pic>
        <p:nvPicPr>
          <p:cNvPr id="4" name="Picture 3" descr="05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File Preview — Cach hoat dong</a:t>
            </a:r>
          </a:p>
        </p:txBody>
      </p:sp>
      <p:pic>
        <p:nvPicPr>
          <p:cNvPr id="4" name="Picture 3" descr="07-preview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KPI &amp; Rui 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11480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EE7B7"/>
                </a:solidFill>
              </a:defRPr>
            </a:pPr>
            <a:r>
              <a:t>Do luong thanh cong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File preview: &gt;= 8 formats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(PPT, Word, PDF, Excel, anh, code, MD, diff)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&gt;= 5 skills research hoat dong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&gt;= 80% workflow nghien cuu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chay noi bo app (khong can app ngoai)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Thoi gian research 1 tai lieu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  giam 50% so voi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Rui ro &amp; Giam thieu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194560"/>
            <a:ext cx="429768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OpenCode API thay doi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4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Trung binh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560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Pin version, abstract wrapper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017520"/>
            <a:ext cx="429768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AionUi license conflict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Thap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383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Ca 2 deu MIT/Apache, port tu 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840480"/>
            <a:ext cx="429768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Scope creep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Cao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06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Theo P0 truoc, review sau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663440"/>
            <a:ext cx="429768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</a:defRPr>
            </a:pPr>
            <a:r>
              <a:t>Maintain bi abandon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09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Trung binh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029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Fork co community, OW tach biet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7D2FE"/>
                </a:solidFill>
              </a:defRPr>
            </a:pPr>
            <a:r>
              <a:t>Cam 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</a:defRPr>
            </a:pPr>
            <a:r>
              <a:t>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2743200" cy="3657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</a:defRPr>
            </a:pPr>
            <a:r>
              <a:t>Tai lieu tham khao: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OpenWork: github.com/different-ai/openwork (16.8k★)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AionUi: github.com/iOfficeAI/AionUi (29.8k★)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OpenCode: opencode.ai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OfficeCLI: github.com/iOfficeAI/OfficeCLI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OpenWork Fork —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